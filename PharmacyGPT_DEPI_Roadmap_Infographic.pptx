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996781c-f6f4-4708-a4d5-1a4c9e33a1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